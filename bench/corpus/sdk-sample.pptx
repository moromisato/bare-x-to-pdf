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bb3457a2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bb3457a2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bb3457a2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bb3457a2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bb3457a21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bb3457a2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175">
                <a:solidFill>
                  <a:srgbClr val="1F1F1F"/>
                </a:solidFill>
              </a:rPr>
              <a:t>BID-441,ZEN-CH-GRY-V1,Zenith Task Chair,Recycled Mesh,CAL117-2013,412 Units</a:t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BID-442,ZEN-CH-BLK-V1,Zenith Task Chair,Leatherette,CAL133,18 Units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BID-509,NOVA-DK-WHT-V2,Nova Executive,Premium Hide,CAL117-2013,105 Units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BID-612,OAK-ST-NAT-V1,Oakwood Stool,Solid Oak,N/A,34 Units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